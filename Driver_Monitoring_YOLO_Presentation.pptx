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4" autoAdjust="0"/>
  </p:normalViewPr>
  <p:slideViewPr>
    <p:cSldViewPr snapToGrid="0" snapToObjects="1">
      <p:cViewPr varScale="1">
        <p:scale>
          <a:sx n="114" d="100"/>
          <a:sy n="114" d="100"/>
        </p:scale>
        <p:origin x="15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Driver Monitoring System using YOLOv8 and YOLOv9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by: Harsh Prajapati</a:t>
            </a:r>
          </a:p>
          <a:p>
            <a:r>
              <a:rPr dirty="0"/>
              <a:t>Project Presentation</a:t>
            </a:r>
          </a:p>
          <a:p>
            <a:r>
              <a:rPr dirty="0"/>
              <a:t>Date: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 distraction is a major cause of road accidents.</a:t>
            </a:r>
          </a:p>
          <a:p>
            <a:endParaRPr/>
          </a:p>
          <a:p>
            <a:r>
              <a:t>This project develops a Driver Monitoring System capable of detecting</a:t>
            </a:r>
          </a:p>
          <a:p>
            <a:r>
              <a:t>critical driver behaviors using YOLOv8 and YOLOv9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Detect driver behaviors in real time</a:t>
            </a:r>
          </a:p>
          <a:p>
            <a:r>
              <a:t>- Compare YOLOv8 vs YOLOv9 performance</a:t>
            </a:r>
          </a:p>
          <a:p>
            <a:r>
              <a:t>- Improve road safety using deep learning</a:t>
            </a:r>
          </a:p>
          <a:p>
            <a:r>
              <a:t>- Prepare model for smart vehicle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229599" cy="4808989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Dataset Format: YOLOv8</a:t>
            </a:r>
          </a:p>
          <a:p>
            <a:r>
              <a:rPr dirty="0"/>
              <a:t>Classes Detected:</a:t>
            </a:r>
          </a:p>
          <a:p>
            <a:r>
              <a:rPr dirty="0"/>
              <a:t>1. Open Eye</a:t>
            </a:r>
          </a:p>
          <a:p>
            <a:r>
              <a:rPr dirty="0"/>
              <a:t>2. Closed Eye</a:t>
            </a:r>
          </a:p>
          <a:p>
            <a:r>
              <a:rPr dirty="0"/>
              <a:t>3. Cigarette</a:t>
            </a:r>
          </a:p>
          <a:p>
            <a:r>
              <a:rPr dirty="0"/>
              <a:t>4. Phone</a:t>
            </a:r>
          </a:p>
          <a:p>
            <a:r>
              <a:rPr dirty="0"/>
              <a:t>5. Seatbelt</a:t>
            </a:r>
          </a:p>
          <a:p>
            <a:endParaRPr dirty="0"/>
          </a:p>
          <a:p>
            <a:r>
              <a:rPr dirty="0"/>
              <a:t>Dataset annotated manually for training, validation, and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YOLOv8:</a:t>
            </a:r>
          </a:p>
          <a:p>
            <a:r>
              <a:t>- Anchor-free</a:t>
            </a:r>
          </a:p>
          <a:p>
            <a:r>
              <a:t>- Lightweight backbone</a:t>
            </a:r>
          </a:p>
          <a:p>
            <a:r>
              <a:t>- Real-time optimized</a:t>
            </a:r>
          </a:p>
          <a:p>
            <a:endParaRPr/>
          </a:p>
          <a:p>
            <a:r>
              <a:t>YOLOv9:</a:t>
            </a:r>
          </a:p>
          <a:p>
            <a:r>
              <a:t>- GELAN backbone</a:t>
            </a:r>
          </a:p>
          <a:p>
            <a:r>
              <a:t>- Programmable Gradient Information (PGI)</a:t>
            </a:r>
          </a:p>
          <a:p>
            <a:r>
              <a:t>- Higher accuracy and better object handling</a:t>
            </a:r>
          </a:p>
          <a:p>
            <a:endParaRPr/>
          </a:p>
          <a:p>
            <a:r>
              <a:t>Framework: Ultralytics YOLO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Training Setup:</a:t>
            </a:r>
          </a:p>
          <a:p>
            <a:r>
              <a:t>- 70% Training, 20% Validation, 10% Testing</a:t>
            </a:r>
          </a:p>
          <a:p>
            <a:r>
              <a:t>- Image size: 640x640</a:t>
            </a:r>
          </a:p>
          <a:p>
            <a:r>
              <a:t>- Optimizer: AdamW, Epochs: 100, Batch size: 16</a:t>
            </a:r>
          </a:p>
          <a:p>
            <a:r>
              <a:t>- Augmentations: flips, brightness/contrast</a:t>
            </a:r>
          </a:p>
          <a:p>
            <a:endParaRPr/>
          </a:p>
          <a:p>
            <a:r>
              <a:t>Same dataset used for both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Metrics used:</a:t>
            </a:r>
          </a:p>
          <a:p>
            <a:r>
              <a:t>- Precision</a:t>
            </a:r>
          </a:p>
          <a:p>
            <a:r>
              <a:t>- Recall</a:t>
            </a:r>
          </a:p>
          <a:p>
            <a:r>
              <a:t>- mAP@50</a:t>
            </a:r>
          </a:p>
          <a:p>
            <a:r>
              <a:t>- mAP@50-95</a:t>
            </a:r>
          </a:p>
          <a:p>
            <a:endParaRPr/>
          </a:p>
          <a:p>
            <a:r>
              <a:t>These measure accuracy, coverage, and detection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YOLOv9 outperformed YOLOv8 across most metrics.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GB" dirty="0"/>
          </a:p>
          <a:p>
            <a:r>
              <a:rPr dirty="0"/>
              <a:t>Higher </a:t>
            </a:r>
            <a:r>
              <a:rPr dirty="0" err="1"/>
              <a:t>mAP</a:t>
            </a:r>
            <a:r>
              <a:rPr dirty="0"/>
              <a:t> and precision for YOLOv9.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BDD3B-B2C7-40A6-986C-74D977514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42" y="2155869"/>
            <a:ext cx="4741464" cy="2963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YOLOv8 vs YOLOv9 predictions on sample images.</a:t>
            </a:r>
            <a:endParaRPr lang="en-GB" dirty="0"/>
          </a:p>
          <a:p>
            <a:endParaRPr dirty="0"/>
          </a:p>
          <a:p>
            <a:endParaRPr dirty="0"/>
          </a:p>
          <a:p>
            <a:endParaRPr lang="en-GB" dirty="0"/>
          </a:p>
          <a:p>
            <a:endParaRPr dirty="0"/>
          </a:p>
          <a:p>
            <a:r>
              <a:rPr dirty="0"/>
              <a:t>YOLOv9 shows clearer bounding boxes and more confident detection.</a:t>
            </a:r>
            <a:endParaRPr lang="en-GB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B8C70-0F89-43B6-86B4-93A56001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00" y="2659833"/>
            <a:ext cx="8081399" cy="22728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- YOLOv9 demonstrated stronger performance.</a:t>
            </a:r>
          </a:p>
          <a:p>
            <a:r>
              <a:t>- The system accurately identifies dangerous driver behaviors.</a:t>
            </a:r>
          </a:p>
          <a:p>
            <a:r>
              <a:t>- Suitable for real-time implementation in cars.</a:t>
            </a:r>
          </a:p>
          <a:p>
            <a:endParaRPr/>
          </a:p>
          <a:p>
            <a:r>
              <a:t>Future Work:</a:t>
            </a:r>
          </a:p>
          <a:p>
            <a:r>
              <a:t>- Deploy on Jetson/Raspberry Pi</a:t>
            </a:r>
          </a:p>
          <a:p>
            <a:r>
              <a:t>- Full video stream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301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Driver Monitoring System using YOLOv8 and YOLOv9</vt:lpstr>
      <vt:lpstr>Introduction</vt:lpstr>
      <vt:lpstr>Project Objectives</vt:lpstr>
      <vt:lpstr>Dataset Description</vt:lpstr>
      <vt:lpstr>Model Architecture</vt:lpstr>
      <vt:lpstr>Training Process</vt:lpstr>
      <vt:lpstr>Evaluation Metrics</vt:lpstr>
      <vt:lpstr>Results Comparison</vt:lpstr>
      <vt:lpstr>Detection Examples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Monitoring System using YOLOv8 and YOLOv9</dc:title>
  <dc:subject/>
  <dc:creator/>
  <cp:keywords/>
  <dc:description>generated using python-pptx</dc:description>
  <cp:lastModifiedBy>Harsh Prajapati</cp:lastModifiedBy>
  <cp:revision>2</cp:revision>
  <dcterms:created xsi:type="dcterms:W3CDTF">2013-01-27T09:14:16Z</dcterms:created>
  <dcterms:modified xsi:type="dcterms:W3CDTF">2025-11-16T15:45:00Z</dcterms:modified>
  <cp:category/>
</cp:coreProperties>
</file>